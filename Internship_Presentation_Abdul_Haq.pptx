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27327A"/>
          </a:solidFill>
          <a:ln/>
        </p:spPr>
      </p:sp>
      <p:pic>
        <p:nvPicPr>
          <p:cNvPr id="5" name="Image 0" descr="/home/claude/work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868680" cy="923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713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Implementation using Python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681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Haq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049317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529620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CS2341391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566379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591068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7th Semester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4434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09360" y="4681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YuvaIntern.com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09360" y="5049317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529620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ML Implementation Intern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09360" y="566379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09360" y="591068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 – August 6, 2026 (Remote)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5146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YuvaIntern and the internship program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1671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addressed and goals 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11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System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39319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stack and the ML pipeline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38328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611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3584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Methodology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9319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five-week project plan unfolded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5001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Reflection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349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 and delivered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480060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5029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5001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349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successful completion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YuvaIntern.com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YuvaIntern.com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virtual internship platform offering structured, mentor-guided programs across Machine Learning, Data Science, Web Development, and Digital Marketing.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association with Henry Harvin Education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under the National Skill Development Corporation (NSDC)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self-paced, project-based learning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weekly virtual seminars and peer collaboration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19202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0848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Weeks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internship duration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4747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6393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Remote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68096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virtual delivery mode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50292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51937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NSDC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680960" y="5897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recognition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who complete introductory ML coursework struggle to translate theoretical knowledge into a coherent, end-to-end project.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machine learning solution be strategically planned and designed — from problem formulation and algorithm selection through experimentation, implementation, and ethical deployment — using core Python tools such as Pandas, Scikit-learn, and Matplotlib?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was framed around answering this question by building the strategic and planning competencies essential for real-world ML projects — skills that are often overlooked in purely code-focused learning.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5458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4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08483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clear problem statement and project roadmap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920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35458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354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08483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select suitable ML algorithms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1762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54787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 experimental &amp; evaluation framework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33832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81762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354787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modular, maintainable Python code architecture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28066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80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010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responsible deployment &amp; ethics strategy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0760" y="48463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5280660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280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5010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critically on the planning process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ML concepts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 &amp; exploratory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reference, model design &amp; evaluation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result interpretation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collaborative code planning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Seminars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mentor guidance &amp; peer collaboration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3796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53996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0028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10028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0228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6260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6460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2492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22492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22692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78724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78724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78924" y="274320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34956" y="274320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3D5AFE"/>
          </a:solidFill>
          <a:ln/>
        </p:spPr>
      </p:sp>
      <p:sp>
        <p:nvSpPr>
          <p:cNvPr id="20" name="Text 18"/>
          <p:cNvSpPr/>
          <p:nvPr/>
        </p:nvSpPr>
        <p:spPr>
          <a:xfrm>
            <a:off x="9934956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modular pipeline was chosen for clarity, ease of debugging, and suitability for a foundational-level ML project — each stage is an independently testable component.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Roadmap —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 &amp;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problem statement and hypothesis, reviewed public ML case studies for context, and outlined a methodology covering data collection, feature identification, and algorithm selection. Built a five-week timeline with an initial risk assessment.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Exploration &amp; Model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Logistic Regression, Decision Trees, and Random Forest on applicability, complexity, and robustness. Selected an ensemble (Random Forest) approach and drafted a baseline architecture with pseudocode from input to prediction.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Roadmap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 &amp;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accuracy, precision, recall, and F1-score to capture trade-offs beyond raw accuracy. Proposed k-fold cross-validation and an error-analysis process, with stratified sampling to mitigate data-leakage and imbalance risks.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Strategy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a modular code architecture with independently testable components. Drafted pseudocode for preprocessing, training, and evaluation, and defined best practices: version control, unit testing, and PEP 8 standards.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Roadmap — Part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Planning, Ethics &amp; Reflection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containerized deployment with an API layer and drift-monitoring for periodic retraining; addressed bias mitigation, transparency, and data-privacy safeguards; and closed with a reflective analysis of the internship's planning process.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80894" y="4160520"/>
            <a:ext cx="2670048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580894" y="416052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79542" y="4160520"/>
            <a:ext cx="19979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79542" y="416052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Serving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06106" y="4160520"/>
            <a:ext cx="1901952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06106" y="416052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4972" y="4892040"/>
            <a:ext cx="18059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4972" y="4892040"/>
            <a:ext cx="1805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9512" y="4892040"/>
            <a:ext cx="151790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239512" y="48920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86016" y="4892040"/>
            <a:ext cx="1997964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6016" y="489204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Review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Reflection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week-by-week strategic blueprint across the ML lifecycle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understanding of multiple ML algorithms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defined, defensible model-evaluation framework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implementation strategy built for team maintainability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ethical responsibilities in ML deployment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0" y="1920240"/>
            <a:ext cx="452628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25603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internship strengthened the ability to think strategically about ML problems before implementation — and highlighted why documentation and risk-planning matter as much as code.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44805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implement the proposed pipeline end-to-end on a real dataset.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Experience</a:t>
            </a:r>
            <a:endParaRPr lang="en-US" sz="3200" dirty="0"/>
          </a:p>
        </p:txBody>
      </p:sp>
      <p:pic>
        <p:nvPicPr>
          <p:cNvPr id="4" name="Image 0" descr="/home/claude/work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556" y="1691640"/>
            <a:ext cx="3291840" cy="465260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27327A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27327A"/>
          </a:solidFill>
          <a:ln/>
        </p:spPr>
      </p:sp>
      <p:pic>
        <p:nvPicPr>
          <p:cNvPr id="5" name="Image 0" descr="/home/claude/work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554480"/>
            <a:ext cx="914400" cy="978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371600" y="37947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Implementation using Python — Summer Internship at YuvaIntern.com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42976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Haq  |  CS2341391  |  B.Tech CSE, 7th Semester  |  IILM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2026-08-29T12:46:46Z</dcterms:created>
  <dcterms:modified xsi:type="dcterms:W3CDTF">2026-08-29T12:46:46Z</dcterms:modified>
</cp:coreProperties>
</file>